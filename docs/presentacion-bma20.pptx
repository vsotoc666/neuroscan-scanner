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mg7RNJw4O8pGbvv5oVSdROVW7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F34C22-5A71-474B-95A9-F131DFA1FED9}">
  <a:tblStyle styleId="{3EF34C22-5A71-474B-95A9-F131DFA1FE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Diagrama de clases preliminar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063" y="0"/>
            <a:ext cx="904787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Diagrama de flujo preliminar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184" y="0"/>
            <a:ext cx="81976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099" y="66205"/>
            <a:ext cx="8973802" cy="6725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Diagrama de flujo preliminar</a:t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7"/>
          <p:cNvGraphicFramePr/>
          <p:nvPr/>
        </p:nvGraphicFramePr>
        <p:xfrm>
          <a:off x="1680838" y="622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{3EF34C22-5A71-474B-95A9-F131DFA1FED9}</a:tableStyleId>
              </a:tblPr>
              <a:tblGrid>
                <a:gridCol w="2892700"/>
                <a:gridCol w="2892700"/>
                <a:gridCol w="1522475"/>
                <a:gridCol w="1522475"/>
              </a:tblGrid>
              <a:tr h="104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Componente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Función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Pin Físico (Win+)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Nombre Interno (Código)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Pantalla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MOSI (SDA)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19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PD2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CLK (SCL)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23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PD1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CS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24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PD0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DC (Data/Cmd)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18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PC4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RST (Reset)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22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PH6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65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Sensor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Entrada (TCRT5000)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36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PB3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Botones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UP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16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PL9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DOWN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15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PH7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OK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13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PH4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RESET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11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PH5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Motor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IN1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29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PB4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IN2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31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PB5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Conexionado preliminar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4" name="Google Shape;1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887" y="0"/>
            <a:ext cx="116602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Diagrama de clases final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2864" y="4929924"/>
            <a:ext cx="5706271" cy="40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8873" y="0"/>
            <a:ext cx="753425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855" y="243816"/>
            <a:ext cx="11334290" cy="637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6253" y="643466"/>
            <a:ext cx="6959494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Diagrama de flujo final</a:t>
            </a:r>
            <a:endParaRPr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683" y="859076"/>
            <a:ext cx="11482634" cy="5310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215" y="608830"/>
            <a:ext cx="11629569" cy="564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68" y="984183"/>
            <a:ext cx="11853663" cy="4889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/>
          <p:nvPr>
            <p:ph type="title"/>
          </p:nvPr>
        </p:nvSpPr>
        <p:spPr>
          <a:xfrm>
            <a:off x="838200" y="96401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PE"/>
              <a:t>Conexiones final</a:t>
            </a:r>
            <a:endParaRPr/>
          </a:p>
        </p:txBody>
      </p:sp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p20"/>
          <p:cNvGraphicFramePr/>
          <p:nvPr/>
        </p:nvGraphicFramePr>
        <p:xfrm>
          <a:off x="1680838" y="6229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{3EF34C22-5A71-474B-95A9-F131DFA1FED9}</a:tableStyleId>
              </a:tblPr>
              <a:tblGrid>
                <a:gridCol w="2892700"/>
                <a:gridCol w="2892700"/>
                <a:gridCol w="1522475"/>
                <a:gridCol w="1522475"/>
              </a:tblGrid>
              <a:tr h="104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Componente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Función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Pin Físico (Win+)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Nombre Interno (Código)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Pantalla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MOSI (SDA)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19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PD2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CLK (SCL)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23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PD1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SPI CS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24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PD0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DC (Data/Cmd)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18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PC4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RST (Reset)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22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PH6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65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Sensor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Entrada (TCRT5000)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36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PB3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Botones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UP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16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PL9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DOWN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15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PH7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OK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13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PH4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  <a:tr h="355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RESET</a:t>
                      </a:r>
                      <a:endParaRPr b="0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11</a:t>
                      </a:r>
                      <a:endParaRPr b="1" i="0" sz="2000" u="none" cap="none" strike="noStrike">
                        <a:solidFill>
                          <a:srgbClr val="1F1F1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PE" sz="2000" u="none" cap="none" strike="noStrike"/>
                        <a:t>PH5</a:t>
                      </a:r>
                      <a:endParaRPr b="0" i="0" sz="2000" u="none" cap="none" strike="noStrike">
                        <a:solidFill>
                          <a:srgbClr val="44474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857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423" y="643467"/>
            <a:ext cx="3245100" cy="55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2025-11-24T22:07:35Z</dcterms:created>
  <dc:creator>sala-2</dc:creator>
</cp:coreProperties>
</file>